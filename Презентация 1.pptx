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2"/>
  </p:notesMasterIdLst>
  <p:handoutMasterIdLst>
    <p:handoutMasterId r:id="rId13"/>
  </p:handoutMasterIdLst>
  <p:sldIdLst>
    <p:sldId id="256" r:id="rId5"/>
    <p:sldId id="257" r:id="rId6"/>
    <p:sldId id="260" r:id="rId7"/>
    <p:sldId id="258" r:id="rId8"/>
    <p:sldId id="259" r:id="rId9"/>
    <p:sldId id="261" r:id="rId10"/>
    <p:sldId id="262" r:id="rId11"/>
  </p:sldIdLst>
  <p:sldSz cx="12192000" cy="6858000"/>
  <p:notesSz cx="6858000" cy="9144000"/>
  <p:defaultTextStyle>
    <a:defPPr rtl="0">
      <a:defRPr lang="ru-ru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39A827F-FB89-4304-862D-E738702E6553}" v="226" dt="2022-05-05T14:14:19.61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83" autoAdjust="0"/>
    <p:restoredTop sz="94660" autoAdjust="0"/>
  </p:normalViewPr>
  <p:slideViewPr>
    <p:cSldViewPr snapToGrid="0">
      <p:cViewPr varScale="1">
        <p:scale>
          <a:sx n="113" d="100"/>
          <a:sy n="113" d="100"/>
        </p:scale>
        <p:origin x="498" y="11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6" d="100"/>
          <a:sy n="86" d="100"/>
        </p:scale>
        <p:origin x="3846" y="10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handoutMaster" Target="handoutMasters/handoutMaster1.xml"/><Relationship Id="rId18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EE18FA9B-3E06-41AF-BDF7-6710797097D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ru-RU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40F9B942-99CF-4AC4-9F77-E625D2C71C6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AE276E19-E3DF-4E9C-BA1E-4201321081DB}" type="datetime1">
              <a:rPr lang="ru-RU" smtClean="0"/>
              <a:t>05.05.2022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3CAD4C1D-64AA-4DA1-8A75-FCF5ECA4501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8D886DA9-2A38-4F39-B33B-4F7B5E44448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4775EF03-110B-4710-A708-FEF1927612B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3232140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ru-RU" noProof="0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B509ED30-21A2-42F3-A50B-F80AF6C0C59D}" type="datetime1">
              <a:rPr lang="ru-RU" noProof="0" smtClean="0"/>
              <a:t>05.05.2022</a:t>
            </a:fld>
            <a:endParaRPr lang="ru-RU" noProof="0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ru-RU" noProof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ru-RU" noProof="0"/>
              <a:t>Щелкните, чтобы изменить стили текста образца слайда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ru-RU" noProof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918CCA95-4F40-4CDD-BF1E-B8C9EB86EE73}" type="slidenum">
              <a:rPr lang="ru-RU" noProof="0" smtClean="0"/>
              <a:t>‹#›</a:t>
            </a:fld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256629591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918CCA95-4F40-4CDD-BF1E-B8C9EB86EE73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31805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1007533" y="0"/>
            <a:ext cx="7934348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Прямоугольник 7"/>
          <p:cNvSpPr/>
          <p:nvPr/>
        </p:nvSpPr>
        <p:spPr>
          <a:xfrm>
            <a:off x="8941881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2611808" y="3428998"/>
            <a:ext cx="5518066" cy="2268559"/>
          </a:xfrm>
        </p:spPr>
        <p:txBody>
          <a:bodyPr rtlCol="0" anchor="t">
            <a:normAutofit/>
          </a:bodyPr>
          <a:lstStyle>
            <a:lvl1pPr algn="r">
              <a:defRPr sz="6000"/>
            </a:lvl1pPr>
          </a:lstStyle>
          <a:p>
            <a:pPr rtl="0"/>
            <a:r>
              <a:rPr lang="ru-RU" noProof="0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2772274" y="2268786"/>
            <a:ext cx="5357600" cy="1160213"/>
          </a:xfrm>
        </p:spPr>
        <p:txBody>
          <a:bodyPr tIns="0" rtlCol="0" anchor="b">
            <a:normAutofit/>
          </a:bodyPr>
          <a:lstStyle>
            <a:lvl1pPr marL="0" indent="0" algn="r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ru-RU" noProof="0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FFE46E8F-6D1A-47CC-81B7-9DE4D1437403}" type="datetime1">
              <a:rPr lang="ru-RU" noProof="0" smtClean="0"/>
              <a:t>05.05.2022</a:t>
            </a:fld>
            <a:endParaRPr lang="ru-RU" noProof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ru-RU" noProof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 rIns="45720" rtlCol="0"/>
          <a:lstStyle/>
          <a:p>
            <a:pPr rtl="0"/>
            <a:fld id="{600CBFCC-E1FF-473E-BF42-70E7405CF173}" type="slidenum">
              <a:rPr lang="ru-RU" noProof="0" smtClean="0"/>
              <a:t>‹#›</a:t>
            </a:fld>
            <a:endParaRPr lang="ru-RU" noProof="0"/>
          </a:p>
        </p:txBody>
      </p:sp>
      <p:sp>
        <p:nvSpPr>
          <p:cNvPr id="13" name="Надпись 12"/>
          <p:cNvSpPr txBox="1"/>
          <p:nvPr/>
        </p:nvSpPr>
        <p:spPr>
          <a:xfrm>
            <a:off x="2191282" y="3262852"/>
            <a:ext cx="4156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0"/>
            <a:r>
              <a:rPr lang="ru-RU" sz="2400" noProof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ru-RU" sz="2400" noProof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298782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Прямоугольник 28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Прямоугольник 8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ru-RU" noProof="0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 rtlCol="0" anchor="ctr"/>
          <a:lstStyle/>
          <a:p>
            <a:pPr lvl="0" rtl="0"/>
            <a:r>
              <a:rPr lang="ru-RU" noProof="0"/>
              <a:t>Образец текста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F4C4D0FE-6D2B-4DC7-A0CC-9FF891E05D71}" type="datetime1">
              <a:rPr lang="ru-RU" noProof="0" smtClean="0"/>
              <a:t>05.05.2022</a:t>
            </a:fld>
            <a:endParaRPr lang="ru-RU" noProof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ru-RU" noProof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00CBFCC-E1FF-473E-BF42-70E7405CF173}" type="slidenum">
              <a:rPr lang="ru-RU" noProof="0" smtClean="0"/>
              <a:t>‹#›</a:t>
            </a:fld>
            <a:endParaRPr lang="ru-RU" noProof="0"/>
          </a:p>
        </p:txBody>
      </p:sp>
      <p:sp>
        <p:nvSpPr>
          <p:cNvPr id="7" name="Надпись 6"/>
          <p:cNvSpPr txBox="1"/>
          <p:nvPr/>
        </p:nvSpPr>
        <p:spPr>
          <a:xfrm>
            <a:off x="2194943" y="641225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0"/>
            <a:r>
              <a:rPr lang="ru-RU" sz="1800" noProof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ru-RU" sz="1000" noProof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720294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Прямоугольник 23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5" name="Прямоугольник 24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Надпись 10"/>
          <p:cNvSpPr txBox="1"/>
          <p:nvPr/>
        </p:nvSpPr>
        <p:spPr>
          <a:xfrm>
            <a:off x="2191843" y="2962586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0"/>
            <a:r>
              <a:rPr lang="ru-RU" sz="1800" noProof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ru-RU" sz="1000" noProof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609873" y="3147254"/>
            <a:ext cx="7956560" cy="1424746"/>
          </a:xfrm>
        </p:spPr>
        <p:txBody>
          <a:bodyPr rtlCol="0" anchor="t">
            <a:normAutofit/>
          </a:bodyPr>
          <a:lstStyle>
            <a:lvl1pPr algn="r">
              <a:defRPr sz="3200"/>
            </a:lvl1pPr>
          </a:lstStyle>
          <a:p>
            <a:pPr rtl="0"/>
            <a:r>
              <a:rPr lang="ru-RU" noProof="0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2773968" y="2268786"/>
            <a:ext cx="7791931" cy="878468"/>
          </a:xfrm>
        </p:spPr>
        <p:txBody>
          <a:bodyPr tIns="0" rtlCol="0" anchor="b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ru-RU" noProof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2F79CCD6-64D2-4FA5-A656-55DE639CAC33}" type="datetime1">
              <a:rPr lang="ru-RU" noProof="0" smtClean="0"/>
              <a:t>05.05.2022</a:t>
            </a:fld>
            <a:endParaRPr lang="ru-RU" noProof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ru-RU" noProof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00CBFCC-E1FF-473E-BF42-70E7405CF173}" type="slidenum">
              <a:rPr lang="ru-RU" noProof="0" smtClean="0"/>
              <a:t>‹#›</a:t>
            </a:fld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36364613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 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Прямоугольник 25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7" name="Прямоугольник 26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609873" y="805817"/>
            <a:ext cx="7950984" cy="1081705"/>
          </a:xfrm>
        </p:spPr>
        <p:txBody>
          <a:bodyPr rtlCol="0"/>
          <a:lstStyle/>
          <a:p>
            <a:pPr rtl="0"/>
            <a:r>
              <a:rPr lang="ru-RU" noProof="0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2605374" y="2052116"/>
            <a:ext cx="3891960" cy="3997828"/>
          </a:xfrm>
        </p:spPr>
        <p:txBody>
          <a:bodyPr rtlCol="0"/>
          <a:lstStyle/>
          <a:p>
            <a:pPr lvl="0" rtl="0"/>
            <a:r>
              <a:rPr lang="ru-RU" noProof="0"/>
              <a:t>Образец текста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666636" y="2052114"/>
            <a:ext cx="3894222" cy="3997829"/>
          </a:xfrm>
        </p:spPr>
        <p:txBody>
          <a:bodyPr rtlCol="0"/>
          <a:lstStyle/>
          <a:p>
            <a:pPr lvl="0" rtl="0"/>
            <a:r>
              <a:rPr lang="ru-RU" noProof="0"/>
              <a:t>Образец текста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577448B8-6692-4D07-9098-C78C63BDA98A}" type="datetime1">
              <a:rPr lang="ru-RU" noProof="0" smtClean="0"/>
              <a:t>05.05.2022</a:t>
            </a:fld>
            <a:endParaRPr lang="ru-RU" noProof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ru-RU" noProof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00CBFCC-E1FF-473E-BF42-70E7405CF173}" type="slidenum">
              <a:rPr lang="ru-RU" noProof="0" smtClean="0"/>
              <a:t>‹#›</a:t>
            </a:fld>
            <a:endParaRPr lang="ru-RU" noProof="0"/>
          </a:p>
        </p:txBody>
      </p:sp>
      <p:sp>
        <p:nvSpPr>
          <p:cNvPr id="10" name="Надпись 9"/>
          <p:cNvSpPr txBox="1"/>
          <p:nvPr/>
        </p:nvSpPr>
        <p:spPr>
          <a:xfrm>
            <a:off x="2196172" y="641223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0"/>
            <a:r>
              <a:rPr lang="ru-RU" sz="1800" noProof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ru-RU" sz="1000" noProof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260500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Прямоугольник 19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1" name="Прямоугольник 20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Надпись 11"/>
          <p:cNvSpPr txBox="1"/>
          <p:nvPr/>
        </p:nvSpPr>
        <p:spPr>
          <a:xfrm>
            <a:off x="2193650" y="636424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0"/>
            <a:r>
              <a:rPr lang="ru-RU" sz="1800" noProof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ru-RU" sz="1000" noProof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609873" y="805818"/>
            <a:ext cx="7956560" cy="1078348"/>
          </a:xfrm>
        </p:spPr>
        <p:txBody>
          <a:bodyPr rtlCol="0"/>
          <a:lstStyle/>
          <a:p>
            <a:pPr rtl="0"/>
            <a:r>
              <a:rPr lang="ru-RU" noProof="0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2609285" y="2052115"/>
            <a:ext cx="3896467" cy="713818"/>
          </a:xfrm>
        </p:spPr>
        <p:txBody>
          <a:bodyPr rtlCol="0"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none" baseline="0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ru-RU" noProof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2609285" y="2851331"/>
            <a:ext cx="3893623" cy="3071434"/>
          </a:xfrm>
        </p:spPr>
        <p:txBody>
          <a:bodyPr rtlCol="0"/>
          <a:lstStyle/>
          <a:p>
            <a:pPr lvl="0" rtl="0"/>
            <a:r>
              <a:rPr lang="ru-RU" noProof="0"/>
              <a:t>Образец текста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666634" y="2052115"/>
            <a:ext cx="3899798" cy="713818"/>
          </a:xfrm>
        </p:spPr>
        <p:txBody>
          <a:bodyPr rtlCol="0"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none" baseline="0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ru-RU" noProof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666635" y="2851331"/>
            <a:ext cx="3899798" cy="3071434"/>
          </a:xfrm>
        </p:spPr>
        <p:txBody>
          <a:bodyPr rtlCol="0"/>
          <a:lstStyle/>
          <a:p>
            <a:pPr lvl="0" rtl="0"/>
            <a:r>
              <a:rPr lang="ru-RU" noProof="0"/>
              <a:t>Образец текста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FEB3DD9-E7B3-4B36-BCEC-E09C93F51B5D}" type="datetime1">
              <a:rPr lang="ru-RU" noProof="0" smtClean="0"/>
              <a:t>05.05.2022</a:t>
            </a:fld>
            <a:endParaRPr lang="ru-RU" noProof="0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ru-RU" noProof="0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00CBFCC-E1FF-473E-BF42-70E7405CF173}" type="slidenum">
              <a:rPr lang="ru-RU" noProof="0" smtClean="0"/>
              <a:t>‹#›</a:t>
            </a:fld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42236136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Прямоугольник 12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4" name="Прямоугольник 13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ru-RU" noProof="0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26102BC5-7232-4797-AA90-9C1B039E22D2}" type="datetime1">
              <a:rPr lang="ru-RU" noProof="0" smtClean="0"/>
              <a:t>05.05.2022</a:t>
            </a:fld>
            <a:endParaRPr lang="ru-RU" noProof="0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ru-RU" noProof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00CBFCC-E1FF-473E-BF42-70E7405CF173}" type="slidenum">
              <a:rPr lang="ru-RU" noProof="0" smtClean="0"/>
              <a:t>‹#›</a:t>
            </a:fld>
            <a:endParaRPr lang="ru-RU" noProof="0"/>
          </a:p>
        </p:txBody>
      </p:sp>
      <p:sp>
        <p:nvSpPr>
          <p:cNvPr id="8" name="Надпись 7"/>
          <p:cNvSpPr txBox="1"/>
          <p:nvPr/>
        </p:nvSpPr>
        <p:spPr>
          <a:xfrm>
            <a:off x="2196172" y="641226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0"/>
            <a:r>
              <a:rPr lang="ru-RU" sz="1800" noProof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ru-RU" sz="1000" noProof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66656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Прямоугольник 12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FB2760E4-D975-4F4B-9E1C-02D323BD6A43}" type="datetime1">
              <a:rPr lang="ru-RU" noProof="0" smtClean="0"/>
              <a:t>05.05.2022</a:t>
            </a:fld>
            <a:endParaRPr lang="ru-RU" noProof="0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ru-RU" noProof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00CBFCC-E1FF-473E-BF42-70E7405CF173}" type="slidenum">
              <a:rPr lang="ru-RU" noProof="0" smtClean="0"/>
              <a:t>‹#›</a:t>
            </a:fld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29246724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Прямоугольник 24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6" name="Прямоугольник 25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Надпись 9"/>
          <p:cNvSpPr txBox="1"/>
          <p:nvPr/>
        </p:nvSpPr>
        <p:spPr>
          <a:xfrm>
            <a:off x="1554154" y="1127550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0"/>
            <a:r>
              <a:rPr lang="ru-RU" sz="1800" noProof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ru-RU" sz="1000" noProof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970323" y="1282451"/>
            <a:ext cx="2664361" cy="1903241"/>
          </a:xfrm>
        </p:spPr>
        <p:txBody>
          <a:bodyPr rtlCol="0" anchor="b">
            <a:normAutofit/>
          </a:bodyPr>
          <a:lstStyle>
            <a:lvl1pPr algn="l">
              <a:defRPr sz="2400"/>
            </a:lvl1pPr>
          </a:lstStyle>
          <a:p>
            <a:pPr rtl="0"/>
            <a:r>
              <a:rPr lang="ru-RU" noProof="0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20154" y="805818"/>
            <a:ext cx="5446278" cy="5244126"/>
          </a:xfrm>
        </p:spPr>
        <p:txBody>
          <a:bodyPr rtlCol="0" anchor="ctr"/>
          <a:lstStyle/>
          <a:p>
            <a:pPr lvl="0" rtl="0"/>
            <a:r>
              <a:rPr lang="ru-RU" noProof="0"/>
              <a:t>Образец текста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970322" y="3186154"/>
            <a:ext cx="2664361" cy="2386397"/>
          </a:xfrm>
        </p:spPr>
        <p:txBody>
          <a:bodyPr rtlCol="0"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ru-RU" noProof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AD75569E-0E40-40F8-9D8A-6E3A4007C12D}" type="datetime1">
              <a:rPr lang="ru-RU" noProof="0" smtClean="0"/>
              <a:t>05.05.2022</a:t>
            </a:fld>
            <a:endParaRPr lang="ru-RU" noProof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ru-RU" noProof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00CBFCC-E1FF-473E-BF42-70E7405CF173}" type="slidenum">
              <a:rPr lang="ru-RU" noProof="0" smtClean="0"/>
              <a:t>‹#›</a:t>
            </a:fld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16503655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Прямоугольник 18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0" name="Прямоугольник 19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Рисунок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6747062" y="3229"/>
            <a:ext cx="4629734" cy="6858000"/>
          </a:xfrm>
          <a:solidFill>
            <a:schemeClr val="tx1">
              <a:alpha val="10000"/>
            </a:schemeClr>
          </a:solidFill>
          <a:ln w="9525" cap="sq">
            <a:noFill/>
            <a:miter lim="800000"/>
          </a:ln>
          <a:effectLst/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rtlCol="0" anchor="t">
            <a:normAutofit/>
          </a:bodyPr>
          <a:lstStyle>
            <a:lvl1pPr marL="0" indent="0" algn="ctr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ru-RU" noProof="0"/>
              <a:t>Щелкните значок, чтобы добавить фото</a:t>
            </a:r>
          </a:p>
        </p:txBody>
      </p:sp>
      <p:sp>
        <p:nvSpPr>
          <p:cNvPr id="10" name="Надпись 9"/>
          <p:cNvSpPr txBox="1"/>
          <p:nvPr/>
        </p:nvSpPr>
        <p:spPr>
          <a:xfrm>
            <a:off x="1554686" y="1127550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0"/>
            <a:r>
              <a:rPr lang="ru-RU" sz="1800" noProof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ru-RU" sz="1000" noProof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971241" y="1282452"/>
            <a:ext cx="3970986" cy="1900473"/>
          </a:xfrm>
        </p:spPr>
        <p:txBody>
          <a:bodyPr rtlCol="0" anchor="b">
            <a:normAutofit/>
          </a:bodyPr>
          <a:lstStyle>
            <a:lvl1pPr algn="l">
              <a:defRPr sz="3200"/>
            </a:lvl1pPr>
          </a:lstStyle>
          <a:p>
            <a:pPr rtl="0"/>
            <a:r>
              <a:rPr lang="ru-RU" noProof="0"/>
              <a:t>Образец заголовка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970322" y="3182928"/>
            <a:ext cx="3971874" cy="2386394"/>
          </a:xfrm>
        </p:spPr>
        <p:txBody>
          <a:bodyPr rtlCol="0">
            <a:normAutofit/>
          </a:bodyPr>
          <a:lstStyle>
            <a:lvl1pPr marL="0" indent="0" algn="l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ru-RU" noProof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9DF523CC-99C0-480A-99CC-C598CC6AAE13}" type="datetime1">
              <a:rPr lang="ru-RU" noProof="0" smtClean="0"/>
              <a:t>05.05.2022</a:t>
            </a:fld>
            <a:endParaRPr lang="ru-RU" noProof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ru-RU" noProof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00CBFCC-E1FF-473E-BF42-70E7405CF173}" type="slidenum">
              <a:rPr lang="ru-RU" noProof="0" smtClean="0"/>
              <a:t>‹#›</a:t>
            </a:fld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7467021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Прямоугольник 13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Прямоугольник 14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Надпись 8"/>
          <p:cNvSpPr txBox="1"/>
          <p:nvPr/>
        </p:nvSpPr>
        <p:spPr>
          <a:xfrm>
            <a:off x="2194236" y="641225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0"/>
            <a:r>
              <a:rPr lang="ru-RU" sz="1800" noProof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ru-RU" sz="1000" noProof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611808" y="808056"/>
            <a:ext cx="7954091" cy="1077229"/>
          </a:xfrm>
        </p:spPr>
        <p:txBody>
          <a:bodyPr rtlCol="0"/>
          <a:lstStyle/>
          <a:p>
            <a:pPr rtl="0"/>
            <a:r>
              <a:rPr lang="ru-RU" noProof="0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 rtlCol="0"/>
          <a:lstStyle/>
          <a:p>
            <a:pPr lvl="0" rtl="0"/>
            <a:r>
              <a:rPr lang="ru-RU" noProof="0"/>
              <a:t>Образец текста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90A04E42-E1F0-4ABF-81FA-2D08735A420F}" type="datetime1">
              <a:rPr lang="ru-RU" noProof="0" smtClean="0"/>
              <a:t>05.05.2022</a:t>
            </a:fld>
            <a:endParaRPr lang="ru-RU" noProof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ru-RU" noProof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00CBFCC-E1FF-473E-BF42-70E7405CF173}" type="slidenum">
              <a:rPr lang="ru-RU" noProof="0" smtClean="0"/>
              <a:t>‹#›</a:t>
            </a:fld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617845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Прямоугольник 14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" name="Прямоугольник 15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Надпись 8"/>
          <p:cNvSpPr txBox="1"/>
          <p:nvPr/>
        </p:nvSpPr>
        <p:spPr>
          <a:xfrm rot="5400000">
            <a:off x="10337141" y="416061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0"/>
            <a:r>
              <a:rPr lang="ru-RU" sz="1800" noProof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ru-RU" sz="1000" noProof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9239380" y="805818"/>
            <a:ext cx="1326519" cy="5244126"/>
          </a:xfrm>
        </p:spPr>
        <p:txBody>
          <a:bodyPr vert="eaVert" rtlCol="0"/>
          <a:lstStyle>
            <a:lvl1pPr algn="l">
              <a:defRPr/>
            </a:lvl1pPr>
          </a:lstStyle>
          <a:p>
            <a:pPr rtl="0"/>
            <a:r>
              <a:rPr lang="ru-RU" noProof="0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2608751" y="970410"/>
            <a:ext cx="6466903" cy="5079534"/>
          </a:xfrm>
        </p:spPr>
        <p:txBody>
          <a:bodyPr vert="eaVert" rtlCol="0"/>
          <a:lstStyle/>
          <a:p>
            <a:pPr lvl="0" rtl="0"/>
            <a:r>
              <a:rPr lang="ru-RU" noProof="0"/>
              <a:t>Образец текста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6A9D71F4-E56B-4453-B3AB-8AE592891B35}" type="datetime1">
              <a:rPr lang="ru-RU" noProof="0" smtClean="0"/>
              <a:t>05.05.2022</a:t>
            </a:fld>
            <a:endParaRPr lang="ru-RU" noProof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ru-RU" noProof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00CBFCC-E1FF-473E-BF42-70E7405CF173}" type="slidenum">
              <a:rPr lang="ru-RU" noProof="0" smtClean="0"/>
              <a:t>‹#›</a:t>
            </a:fld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11642362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Рисунок 17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1794" y="2105202"/>
            <a:ext cx="9360205" cy="4752798"/>
          </a:xfrm>
          <a:prstGeom prst="rect">
            <a:avLst/>
          </a:prstGeom>
        </p:spPr>
      </p:pic>
      <p:pic>
        <p:nvPicPr>
          <p:cNvPr id="15" name="Рисунок 14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9867" cy="6858000"/>
          </a:xfrm>
          <a:prstGeom prst="rect">
            <a:avLst/>
          </a:prstGeom>
        </p:spPr>
      </p:pic>
      <p:sp>
        <p:nvSpPr>
          <p:cNvPr id="8" name="Прямоугольник 7"/>
          <p:cNvSpPr/>
          <p:nvPr/>
        </p:nvSpPr>
        <p:spPr>
          <a:xfrm>
            <a:off x="0" y="0"/>
            <a:ext cx="96417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611808" y="808056"/>
            <a:ext cx="7958331" cy="107722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rtl="0"/>
            <a:r>
              <a:rPr lang="ru-RU" noProof="0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2773599" y="2052116"/>
            <a:ext cx="7796540" cy="3997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ru-RU" noProof="0"/>
              <a:t>Образец текста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</a:p>
          <a:p>
            <a:pPr lvl="5" rtl="0"/>
            <a:r>
              <a:rPr lang="ru-RU" noProof="0"/>
              <a:t>Шестой уровень</a:t>
            </a:r>
          </a:p>
          <a:p>
            <a:pPr lvl="6" rtl="0"/>
            <a:r>
              <a:rPr lang="ru-RU" noProof="0"/>
              <a:t>Седьмой уровень</a:t>
            </a:r>
          </a:p>
          <a:p>
            <a:pPr lvl="7" rtl="0"/>
            <a:r>
              <a:rPr lang="ru-RU" noProof="0"/>
              <a:t>Восьмой уровень</a:t>
            </a:r>
          </a:p>
          <a:p>
            <a:pPr lvl="8" rtl="0"/>
            <a:r>
              <a:rPr lang="ru-RU" noProof="0"/>
              <a:t>Девятый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 rot="5400000">
            <a:off x="-810065" y="5270604"/>
            <a:ext cx="2662729" cy="182880"/>
          </a:xfrm>
          <a:prstGeom prst="rect">
            <a:avLst/>
          </a:prstGeom>
        </p:spPr>
        <p:txBody>
          <a:bodyPr vert="horz" lIns="91440" tIns="18288" rIns="91440" bIns="45720" rtlCol="0" anchor="t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 rtl="0"/>
            <a:fld id="{B4856709-537A-49EA-8F81-2847F8567E45}" type="datetime1">
              <a:rPr lang="ru-RU" noProof="0" smtClean="0"/>
              <a:t>05.05.2022</a:t>
            </a:fld>
            <a:endParaRPr lang="ru-RU" noProof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 rot="5400000">
            <a:off x="-2237130" y="3661144"/>
            <a:ext cx="5885352" cy="179176"/>
          </a:xfrm>
          <a:prstGeom prst="rect">
            <a:avLst/>
          </a:prstGeom>
        </p:spPr>
        <p:txBody>
          <a:bodyPr vert="horz" lIns="91440" tIns="45720" rIns="91440" bIns="18288" rtlCol="0" anchor="b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endParaRPr lang="ru-RU" noProof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158407" y="164592"/>
            <a:ext cx="636727" cy="322851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600CBFCC-E1FF-473E-BF42-70E7405CF173}" type="slidenum">
              <a:rPr lang="ru-RU" noProof="0" smtClean="0"/>
              <a:t>‹#›</a:t>
            </a:fld>
            <a:endParaRPr lang="ru-RU" noProof="0"/>
          </a:p>
        </p:txBody>
      </p:sp>
      <p:sp>
        <p:nvSpPr>
          <p:cNvPr id="57" name="Прямоугольник 56"/>
          <p:cNvSpPr/>
          <p:nvPr/>
        </p:nvSpPr>
        <p:spPr>
          <a:xfrm>
            <a:off x="962042" y="0"/>
            <a:ext cx="45719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37175817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3400" b="0" i="0" kern="1200" cap="none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344488" indent="-344488" algn="l" defTabSz="914400" rtl="0" eaLnBrk="1" latinLnBrk="0" hangingPunct="1">
        <a:lnSpc>
          <a:spcPct val="120000"/>
        </a:lnSpc>
        <a:spcBef>
          <a:spcPts val="10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95338" indent="-33813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800" kern="120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58888" indent="-34448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709738" indent="-33813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400" kern="120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173288" indent="-34448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642616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3108960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575304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4041648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FB28281-3783-403A-B1AB-0182A003DFE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rtlCol="0"/>
          <a:lstStyle/>
          <a:p>
            <a:r>
              <a:rPr lang="ru-RU" dirty="0">
                <a:ea typeface="+mj-lt"/>
                <a:cs typeface="+mj-lt"/>
              </a:rPr>
              <a:t>MyPortfolio.ru</a:t>
            </a:r>
            <a:br>
              <a:rPr lang="ru-RU" dirty="0">
                <a:ea typeface="+mj-lt"/>
                <a:cs typeface="+mj-lt"/>
              </a:rPr>
            </a:br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C4542EAC-8BF3-4BFD-9891-145BC49409C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rtlCol="0"/>
          <a:lstStyle/>
          <a:p>
            <a:r>
              <a:rPr lang="ru-RU" dirty="0" err="1">
                <a:cs typeface="Arial"/>
              </a:rPr>
              <a:t>Атаев.Р</a:t>
            </a:r>
            <a:r>
              <a:rPr lang="ru-RU" dirty="0">
                <a:cs typeface="Arial"/>
              </a:rPr>
              <a:t>.</a:t>
            </a:r>
          </a:p>
          <a:p>
            <a:r>
              <a:rPr lang="ru-RU" dirty="0" err="1">
                <a:cs typeface="Arial"/>
              </a:rPr>
              <a:t>Темиров.К</a:t>
            </a:r>
            <a:r>
              <a:rPr lang="ru-RU" dirty="0">
                <a:cs typeface="Arial"/>
              </a:rPr>
              <a:t>.</a:t>
            </a:r>
          </a:p>
        </p:txBody>
      </p:sp>
      <p:pic>
        <p:nvPicPr>
          <p:cNvPr id="4" name="Рисунок 4">
            <a:extLst>
              <a:ext uri="{FF2B5EF4-FFF2-40B4-BE49-F238E27FC236}">
                <a16:creationId xmlns:a16="http://schemas.microsoft.com/office/drawing/2014/main" id="{BAFAC1B8-12CA-8C6C-5D01-3F256384FF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03217" y="101284"/>
            <a:ext cx="2743200" cy="11819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37265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61B9C7B-FF32-67A9-0D0D-2660F12BEC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ea typeface="+mj-lt"/>
                <a:cs typeface="+mj-lt"/>
              </a:rPr>
              <a:t>Что представляет из себя проект: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DA6C802-6AA8-25CD-7C4B-331C242071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4170" indent="-344170"/>
            <a:r>
              <a:rPr lang="ru-RU" dirty="0">
                <a:ea typeface="+mn-lt"/>
                <a:cs typeface="+mn-lt"/>
              </a:rPr>
              <a:t>Данный портал является веб-платформой для хранения, оценивания достижений и составления “рейтинга” на их основе. С помощью определённых критериев оценивания, каждая грамота, диплом, сертификат </a:t>
            </a:r>
            <a:r>
              <a:rPr lang="ru-RU" dirty="0" err="1">
                <a:ea typeface="+mn-lt"/>
                <a:cs typeface="+mn-lt"/>
              </a:rPr>
              <a:t>и.т.п</a:t>
            </a:r>
            <a:r>
              <a:rPr lang="ru-RU" dirty="0">
                <a:ea typeface="+mn-lt"/>
                <a:cs typeface="+mn-lt"/>
              </a:rPr>
              <a:t>. будут оцениваться, и заноситься в рейтинг.</a:t>
            </a:r>
          </a:p>
          <a:p>
            <a:pPr marL="344170" indent="-344170"/>
            <a:r>
              <a:rPr lang="ru-RU" dirty="0">
                <a:ea typeface="+mn-lt"/>
                <a:cs typeface="+mn-lt"/>
              </a:rPr>
              <a:t>Данный проект предназначен для пользователей, которые в данный момент времени ещё обучаются в школах, лицеях, интернатах, и прочих учебных заведениях, предназначенных для получение начального и среднего образования.</a:t>
            </a:r>
            <a:endParaRPr lang="ru-RU" dirty="0">
              <a:cs typeface="Arial" panose="020B0604020202020204"/>
            </a:endParaRPr>
          </a:p>
        </p:txBody>
      </p:sp>
      <p:pic>
        <p:nvPicPr>
          <p:cNvPr id="4" name="Рисунок 4">
            <a:extLst>
              <a:ext uri="{FF2B5EF4-FFF2-40B4-BE49-F238E27FC236}">
                <a16:creationId xmlns:a16="http://schemas.microsoft.com/office/drawing/2014/main" id="{EFCC903B-4C2E-F28D-22B8-05C242C9D7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3921" y="5671397"/>
            <a:ext cx="2743200" cy="11819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98979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083DAAB-6837-DA10-E0C2-42E7333878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cs typeface="Arial"/>
              </a:rPr>
              <a:t>Шапка сайта(</a:t>
            </a:r>
            <a:r>
              <a:rPr lang="ru-RU" dirty="0" err="1">
                <a:cs typeface="Arial"/>
              </a:rPr>
              <a:t>heder</a:t>
            </a:r>
            <a:r>
              <a:rPr lang="ru-RU" dirty="0">
                <a:cs typeface="Arial"/>
              </a:rPr>
              <a:t>)</a:t>
            </a:r>
            <a:endParaRPr lang="ru-RU" dirty="0"/>
          </a:p>
        </p:txBody>
      </p:sp>
      <p:pic>
        <p:nvPicPr>
          <p:cNvPr id="4" name="Рисунок 4" descr="Изображение выглядит как текст&#10;&#10;Автоматически созданное описание">
            <a:extLst>
              <a:ext uri="{FF2B5EF4-FFF2-40B4-BE49-F238E27FC236}">
                <a16:creationId xmlns:a16="http://schemas.microsoft.com/office/drawing/2014/main" id="{BECDA858-5EF2-3141-FA21-DD69980E454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90255" y="1964715"/>
            <a:ext cx="7796540" cy="362630"/>
          </a:xfr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35ACE00-A1C9-9F32-17D9-3E0122532E2F}"/>
              </a:ext>
            </a:extLst>
          </p:cNvPr>
          <p:cNvSpPr txBox="1"/>
          <p:nvPr/>
        </p:nvSpPr>
        <p:spPr>
          <a:xfrm>
            <a:off x="2688431" y="3426618"/>
            <a:ext cx="599360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ru-RU" dirty="0">
              <a:cs typeface="Arial"/>
            </a:endParaRPr>
          </a:p>
        </p:txBody>
      </p:sp>
      <p:pic>
        <p:nvPicPr>
          <p:cNvPr id="6" name="Рисунок 6">
            <a:extLst>
              <a:ext uri="{FF2B5EF4-FFF2-40B4-BE49-F238E27FC236}">
                <a16:creationId xmlns:a16="http://schemas.microsoft.com/office/drawing/2014/main" id="{DB86203B-F613-B63E-6936-30ABF2699D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88431" y="2720250"/>
            <a:ext cx="7803356" cy="357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53252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9557125-DD1A-E965-84D2-65BF4D44CC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cs typeface="Arial"/>
              </a:rPr>
              <a:t>Рейтинги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92B1D97-AECC-1991-4EC2-88AB3810F8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4170" indent="-344170"/>
            <a:r>
              <a:rPr lang="ru-RU" dirty="0">
                <a:ea typeface="+mn-lt"/>
                <a:cs typeface="+mn-lt"/>
              </a:rPr>
              <a:t>Так что же такое "рейтинг"?</a:t>
            </a:r>
            <a:endParaRPr lang="ru-RU" dirty="0">
              <a:cs typeface="Arial" panose="020B0604020202020204"/>
            </a:endParaRPr>
          </a:p>
          <a:p>
            <a:pPr marL="344170" indent="-344170"/>
            <a:r>
              <a:rPr lang="ru-RU" dirty="0">
                <a:ea typeface="+mn-lt"/>
                <a:cs typeface="+mn-lt"/>
              </a:rPr>
              <a:t>Рейтинг - список </a:t>
            </a:r>
            <a:r>
              <a:rPr lang="ru-RU" b="1" dirty="0">
                <a:ea typeface="+mn-lt"/>
                <a:cs typeface="+mn-lt"/>
              </a:rPr>
              <a:t>всех</a:t>
            </a:r>
            <a:r>
              <a:rPr lang="ru-RU" dirty="0">
                <a:ea typeface="+mn-lt"/>
                <a:cs typeface="+mn-lt"/>
              </a:rPr>
              <a:t> пользователей сайта загрузивших свои достижения, а так же ещё не успевших это сделать. Список будет отсортирован по возрастанию суммарно набранных пользователем баллов.</a:t>
            </a:r>
            <a:endParaRPr lang="ru-RU" dirty="0"/>
          </a:p>
          <a:p>
            <a:pPr marL="344170" indent="-344170"/>
            <a:r>
              <a:rPr lang="ru-RU" dirty="0">
                <a:ea typeface="+mn-lt"/>
                <a:cs typeface="+mn-lt"/>
              </a:rPr>
              <a:t>В рейтинге будут указываться имя, фамилия, год обучения(класс) пользователя </a:t>
            </a:r>
            <a:r>
              <a:rPr lang="ru-RU" dirty="0" err="1">
                <a:ea typeface="+mn-lt"/>
                <a:cs typeface="+mn-lt"/>
              </a:rPr>
              <a:t>указаные</a:t>
            </a:r>
            <a:r>
              <a:rPr lang="ru-RU" dirty="0">
                <a:ea typeface="+mn-lt"/>
                <a:cs typeface="+mn-lt"/>
              </a:rPr>
              <a:t> им при регистрации, а также количество набранных баллов.</a:t>
            </a:r>
            <a:endParaRPr lang="ru-RU" dirty="0"/>
          </a:p>
          <a:p>
            <a:pPr marL="344170" indent="-344170"/>
            <a:endParaRPr lang="ru-RU" dirty="0">
              <a:cs typeface="Arial"/>
            </a:endParaRPr>
          </a:p>
        </p:txBody>
      </p:sp>
      <p:pic>
        <p:nvPicPr>
          <p:cNvPr id="4" name="Рисунок 4">
            <a:extLst>
              <a:ext uri="{FF2B5EF4-FFF2-40B4-BE49-F238E27FC236}">
                <a16:creationId xmlns:a16="http://schemas.microsoft.com/office/drawing/2014/main" id="{0401917C-A5B7-F0FB-8591-4C248FD8B8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6806" y="5671732"/>
            <a:ext cx="2743200" cy="11819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41368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8E56A9-27F6-D7AE-64CF-37B36E2AD3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ea typeface="+mj-lt"/>
                <a:cs typeface="+mj-lt"/>
              </a:rPr>
              <a:t>Критерии</a:t>
            </a:r>
            <a:endParaRPr lang="ru-RU" dirty="0"/>
          </a:p>
        </p:txBody>
      </p:sp>
      <p:pic>
        <p:nvPicPr>
          <p:cNvPr id="4" name="Рисунок 4" descr="Изображение выглядит как стол&#10;&#10;Автоматически созданное описание">
            <a:extLst>
              <a:ext uri="{FF2B5EF4-FFF2-40B4-BE49-F238E27FC236}">
                <a16:creationId xmlns:a16="http://schemas.microsoft.com/office/drawing/2014/main" id="{F3186CA1-5E7F-4EBA-59FF-C0C1DB4E848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35856" y="1625208"/>
            <a:ext cx="9084427" cy="3758949"/>
          </a:xfrm>
        </p:spPr>
      </p:pic>
      <p:pic>
        <p:nvPicPr>
          <p:cNvPr id="5" name="Рисунок 5">
            <a:extLst>
              <a:ext uri="{FF2B5EF4-FFF2-40B4-BE49-F238E27FC236}">
                <a16:creationId xmlns:a16="http://schemas.microsoft.com/office/drawing/2014/main" id="{BFCC2DB8-2019-D3BD-F2F3-C756562309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181" y="5671732"/>
            <a:ext cx="2743200" cy="11819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59340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5554AB7-D18F-A1AA-36AD-9D3AA2B642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cs typeface="Arial"/>
              </a:rPr>
              <a:t>Подвал(</a:t>
            </a:r>
            <a:r>
              <a:rPr lang="ru-RU" dirty="0" err="1">
                <a:cs typeface="Arial"/>
              </a:rPr>
              <a:t>footer</a:t>
            </a:r>
            <a:r>
              <a:rPr lang="ru-RU" dirty="0">
                <a:cs typeface="Arial"/>
              </a:rPr>
              <a:t>)</a:t>
            </a:r>
          </a:p>
        </p:txBody>
      </p:sp>
      <p:pic>
        <p:nvPicPr>
          <p:cNvPr id="13" name="Рисунок 13">
            <a:extLst>
              <a:ext uri="{FF2B5EF4-FFF2-40B4-BE49-F238E27FC236}">
                <a16:creationId xmlns:a16="http://schemas.microsoft.com/office/drawing/2014/main" id="{614159FD-9E1B-1D03-048B-238CE9ACBCB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82019" y="2305811"/>
            <a:ext cx="9820602" cy="1223052"/>
          </a:xfrm>
        </p:spPr>
      </p:pic>
    </p:spTree>
    <p:extLst>
      <p:ext uri="{BB962C8B-B14F-4D97-AF65-F5344CB8AC3E}">
        <p14:creationId xmlns:p14="http://schemas.microsoft.com/office/powerpoint/2010/main" val="7012687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ACB4D6C-8B8F-606D-9E10-288552CDDB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2174" y="2890141"/>
            <a:ext cx="7958331" cy="1077229"/>
          </a:xfrm>
        </p:spPr>
        <p:txBody>
          <a:bodyPr/>
          <a:lstStyle/>
          <a:p>
            <a:r>
              <a:rPr lang="ru-RU" dirty="0">
                <a:cs typeface="Arial"/>
              </a:rPr>
              <a:t>Спасибо за внимание!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2947388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Мэдисон">
  <a:themeElements>
    <a:clrScheme name="Madison">
      <a:dk1>
        <a:sysClr val="windowText" lastClr="000000"/>
      </a:dk1>
      <a:lt1>
        <a:sysClr val="window" lastClr="FFFFFF"/>
      </a:lt1>
      <a:dk2>
        <a:srgbClr val="1F2D29"/>
      </a:dk2>
      <a:lt2>
        <a:srgbClr val="C5FAEB"/>
      </a:lt2>
      <a:accent1>
        <a:srgbClr val="A1D68B"/>
      </a:accent1>
      <a:accent2>
        <a:srgbClr val="5EC795"/>
      </a:accent2>
      <a:accent3>
        <a:srgbClr val="4DADCF"/>
      </a:accent3>
      <a:accent4>
        <a:srgbClr val="CDB756"/>
      </a:accent4>
      <a:accent5>
        <a:srgbClr val="E29C36"/>
      </a:accent5>
      <a:accent6>
        <a:srgbClr val="8EC0C1"/>
      </a:accent6>
      <a:hlink>
        <a:srgbClr val="6D9D9B"/>
      </a:hlink>
      <a:folHlink>
        <a:srgbClr val="6D8583"/>
      </a:folHlink>
    </a:clrScheme>
    <a:fontScheme name="Madison">
      <a:majorFont>
        <a:latin typeface="Arial" panose="020B06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adison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alpha val="88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4000"/>
                <a:satMod val="130000"/>
                <a:lumMod val="92000"/>
              </a:schemeClr>
            </a:gs>
            <a:gs pos="100000">
              <a:schemeClr val="phClr">
                <a:shade val="76000"/>
                <a:satMod val="130000"/>
                <a:lumMod val="88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dison" id="{025CB5FB-2DD3-45EE-B6F0-CC461540EB19}" vid="{6AC10936-2DFC-4054-9ADF-B5E2C5F86190}"/>
    </a:ext>
  </a:extLst>
</a:theme>
</file>

<file path=ppt/theme/theme2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0" ma:contentTypeDescription="Create a new document." ma:contentTypeScope="" ma:versionID="1267097ee5f5874adfcc408041ae252e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95891a93df65b14727750f2c06c306c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  <xsd:element ref="ns1:_ip_UnifiedCompliancePolicyProperties" minOccurs="0"/>
                <xsd:element ref="ns1:_ip_UnifiedCompliancePolicyUIAction" minOccurs="0"/>
                <xsd:element ref="ns2:Image" minOccurs="0"/>
                <xsd:element ref="ns4:TaxCatchAll" minOccurs="0"/>
                <xsd:element ref="ns2:ImageTagsTaxHTFiel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22" nillable="true" ma:displayName="Image" ma:format="Image" ma:internalName="Imag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9B0F2AC-8567-4D03-BFFC-653DB596C528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350455F8-10A0-4EEF-9BB1-9035E295B16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C2F7BF6-CD39-4568-B8BD-EA8D252E100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Madison</Template>
  <TotalTime>0</TotalTime>
  <Words>1</Words>
  <Application>Microsoft Office PowerPoint</Application>
  <PresentationFormat>Широкоэкранный</PresentationFormat>
  <Paragraphs>1</Paragraphs>
  <Slides>7</Slides>
  <Notes>1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8" baseType="lpstr">
      <vt:lpstr>Мэдисон</vt:lpstr>
      <vt:lpstr>MyPortfolio.ru </vt:lpstr>
      <vt:lpstr>Что представляет из себя проект:</vt:lpstr>
      <vt:lpstr>Шапка сайта(heder)</vt:lpstr>
      <vt:lpstr>Рейтинги</vt:lpstr>
      <vt:lpstr>Критерии</vt:lpstr>
      <vt:lpstr>Подвал(footer)</vt:lpstr>
      <vt:lpstr>Спасибо за внимание!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/>
  <cp:lastModifiedBy/>
  <cp:revision>73</cp:revision>
  <dcterms:created xsi:type="dcterms:W3CDTF">2022-05-05T13:53:14Z</dcterms:created>
  <dcterms:modified xsi:type="dcterms:W3CDTF">2022-05-05T14:14:58Z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